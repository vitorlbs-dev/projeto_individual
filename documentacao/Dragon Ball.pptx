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ubik Spray Paint" charset="1" panose="00000000000000000000"/>
      <p:regular r:id="rId19"/>
    </p:embeddedFont>
    <p:embeddedFont>
      <p:font typeface="Aristotelica Pro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gif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99530" y="5974441"/>
            <a:ext cx="636962" cy="743654"/>
          </a:xfrm>
          <a:custGeom>
            <a:avLst/>
            <a:gdLst/>
            <a:ahLst/>
            <a:cxnLst/>
            <a:rect r="r" b="b" t="t" l="l"/>
            <a:pathLst>
              <a:path h="743654" w="636962">
                <a:moveTo>
                  <a:pt x="0" y="0"/>
                </a:moveTo>
                <a:lnTo>
                  <a:pt x="636962" y="0"/>
                </a:lnTo>
                <a:lnTo>
                  <a:pt x="636962" y="743653"/>
                </a:lnTo>
                <a:lnTo>
                  <a:pt x="0" y="743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18011" y="3891669"/>
            <a:ext cx="12251978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12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Dragon Ball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234120" y="4584176"/>
            <a:ext cx="636962" cy="743654"/>
          </a:xfrm>
          <a:custGeom>
            <a:avLst/>
            <a:gdLst/>
            <a:ahLst/>
            <a:cxnLst/>
            <a:rect r="r" b="b" t="t" l="l"/>
            <a:pathLst>
              <a:path h="743654" w="636962">
                <a:moveTo>
                  <a:pt x="0" y="0"/>
                </a:moveTo>
                <a:lnTo>
                  <a:pt x="636963" y="0"/>
                </a:lnTo>
                <a:lnTo>
                  <a:pt x="636963" y="743653"/>
                </a:lnTo>
                <a:lnTo>
                  <a:pt x="0" y="743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30498" y="3187867"/>
            <a:ext cx="5027005" cy="110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Projeto individual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História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4143" y="3189951"/>
            <a:ext cx="14057189" cy="309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Dragon ball é um anime japonês do final dos anos 90, criado por Akira Toriama, um autor japonês. O sucesso de Dragon Ball foi tão grande que inovou a cultura pop do país. Em pouco tempo seu sucesso se espalhou pelo mundo e assim chegou ao Brasil e rapidamente explodiu no nosso país.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Sinopse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5405" y="3244850"/>
            <a:ext cx="14057189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Em um mundo onde ha muitas ameças surgem guerreiros super poderos para combate-las afim de defender a humanidade, e preservar a paz no mundo, tendo como personagem principal o Goku um guerreiro de raça Sayajin do planeta Vegeta e seus amigos.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43818" y="0"/>
            <a:ext cx="4967888" cy="6566701"/>
          </a:xfrm>
          <a:custGeom>
            <a:avLst/>
            <a:gdLst/>
            <a:ahLst/>
            <a:cxnLst/>
            <a:rect r="r" b="b" t="t" l="l"/>
            <a:pathLst>
              <a:path h="6566701" w="4967888">
                <a:moveTo>
                  <a:pt x="0" y="0"/>
                </a:moveTo>
                <a:lnTo>
                  <a:pt x="4967888" y="0"/>
                </a:lnTo>
                <a:lnTo>
                  <a:pt x="4967888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70" t="0" r="-1017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30297" y="6316729"/>
            <a:ext cx="13487110" cy="4091464"/>
          </a:xfrm>
          <a:custGeom>
            <a:avLst/>
            <a:gdLst/>
            <a:ahLst/>
            <a:cxnLst/>
            <a:rect r="r" b="b" t="t" l="l"/>
            <a:pathLst>
              <a:path h="4091464" w="13487110">
                <a:moveTo>
                  <a:pt x="0" y="0"/>
                </a:moveTo>
                <a:lnTo>
                  <a:pt x="13487110" y="0"/>
                </a:lnTo>
                <a:lnTo>
                  <a:pt x="1348711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70" t="0" r="-1017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74439" y="6915777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7248" y="7675"/>
            <a:ext cx="9063534" cy="3107283"/>
          </a:xfrm>
          <a:custGeom>
            <a:avLst/>
            <a:gdLst/>
            <a:ahLst/>
            <a:cxnLst/>
            <a:rect r="r" b="b" t="t" l="l"/>
            <a:pathLst>
              <a:path h="3107283" w="9063534">
                <a:moveTo>
                  <a:pt x="0" y="0"/>
                </a:moveTo>
                <a:lnTo>
                  <a:pt x="9063534" y="0"/>
                </a:lnTo>
                <a:lnTo>
                  <a:pt x="9063534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170" t="0" r="-1017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65886" y="678527"/>
            <a:ext cx="17612540" cy="8229600"/>
            <a:chOff x="0" y="0"/>
            <a:chExt cx="4638694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869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638694">
                  <a:moveTo>
                    <a:pt x="22418" y="0"/>
                  </a:moveTo>
                  <a:lnTo>
                    <a:pt x="4616276" y="0"/>
                  </a:lnTo>
                  <a:cubicBezTo>
                    <a:pt x="4628657" y="0"/>
                    <a:pt x="4638694" y="10037"/>
                    <a:pt x="4638694" y="22418"/>
                  </a:cubicBezTo>
                  <a:lnTo>
                    <a:pt x="4638694" y="2145049"/>
                  </a:lnTo>
                  <a:cubicBezTo>
                    <a:pt x="4638694" y="2157430"/>
                    <a:pt x="4628657" y="2167467"/>
                    <a:pt x="4616276" y="2167467"/>
                  </a:cubicBezTo>
                  <a:lnTo>
                    <a:pt x="22418" y="2167467"/>
                  </a:lnTo>
                  <a:cubicBezTo>
                    <a:pt x="10037" y="2167467"/>
                    <a:pt x="0" y="2157430"/>
                    <a:pt x="0" y="2145049"/>
                  </a:cubicBezTo>
                  <a:lnTo>
                    <a:pt x="0" y="22418"/>
                  </a:lnTo>
                  <a:cubicBezTo>
                    <a:pt x="0" y="10037"/>
                    <a:pt x="10037" y="0"/>
                    <a:pt x="22418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63869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0793" y="3024852"/>
            <a:ext cx="1221828" cy="1055914"/>
            <a:chOff x="0" y="0"/>
            <a:chExt cx="321798" cy="2781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1798" cy="278101"/>
            </a:xfrm>
            <a:custGeom>
              <a:avLst/>
              <a:gdLst/>
              <a:ahLst/>
              <a:cxnLst/>
              <a:rect r="r" b="b" t="t" l="l"/>
              <a:pathLst>
                <a:path h="278101" w="321798">
                  <a:moveTo>
                    <a:pt x="139050" y="0"/>
                  </a:moveTo>
                  <a:lnTo>
                    <a:pt x="182748" y="0"/>
                  </a:lnTo>
                  <a:cubicBezTo>
                    <a:pt x="259543" y="0"/>
                    <a:pt x="321798" y="62255"/>
                    <a:pt x="321798" y="139050"/>
                  </a:cubicBezTo>
                  <a:lnTo>
                    <a:pt x="321798" y="139050"/>
                  </a:lnTo>
                  <a:cubicBezTo>
                    <a:pt x="321798" y="175929"/>
                    <a:pt x="307149" y="211297"/>
                    <a:pt x="281072" y="237374"/>
                  </a:cubicBezTo>
                  <a:cubicBezTo>
                    <a:pt x="254994" y="263451"/>
                    <a:pt x="219626" y="278101"/>
                    <a:pt x="182748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8399C7">
                <a:alpha val="80000"/>
              </a:srgbClr>
            </a:solidFill>
            <a:ln w="38100" cap="rnd">
              <a:solidFill>
                <a:srgbClr val="022B44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21798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70793" y="5509023"/>
            <a:ext cx="1221828" cy="1055914"/>
            <a:chOff x="0" y="0"/>
            <a:chExt cx="321798" cy="2781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1798" cy="278101"/>
            </a:xfrm>
            <a:custGeom>
              <a:avLst/>
              <a:gdLst/>
              <a:ahLst/>
              <a:cxnLst/>
              <a:rect r="r" b="b" t="t" l="l"/>
              <a:pathLst>
                <a:path h="278101" w="321798">
                  <a:moveTo>
                    <a:pt x="139050" y="0"/>
                  </a:moveTo>
                  <a:lnTo>
                    <a:pt x="182748" y="0"/>
                  </a:lnTo>
                  <a:cubicBezTo>
                    <a:pt x="259543" y="0"/>
                    <a:pt x="321798" y="62255"/>
                    <a:pt x="321798" y="139050"/>
                  </a:cubicBezTo>
                  <a:lnTo>
                    <a:pt x="321798" y="139050"/>
                  </a:lnTo>
                  <a:cubicBezTo>
                    <a:pt x="321798" y="175929"/>
                    <a:pt x="307149" y="211297"/>
                    <a:pt x="281072" y="237374"/>
                  </a:cubicBezTo>
                  <a:cubicBezTo>
                    <a:pt x="254994" y="263451"/>
                    <a:pt x="219626" y="278101"/>
                    <a:pt x="182748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8399C7">
                <a:alpha val="80000"/>
              </a:srgbClr>
            </a:solidFill>
            <a:ln w="38100" cap="rnd">
              <a:solidFill>
                <a:srgbClr val="022B44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21798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683783" y="302485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ODS ONU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73675" y="2939127"/>
            <a:ext cx="9387106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Os 17 Objetivos de Desenvolvimento Sustentável (ODS)  metas globais estabelecidas pela ONU Agenda 2030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8709" y="3165459"/>
            <a:ext cx="120599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8709" y="5649631"/>
            <a:ext cx="120599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65760" y="5423298"/>
            <a:ext cx="9206792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Se encaixa com Dragon Ball, pois assim como a guerreiros a também guerreiras, com o mesmo nivel de força e mesmas  responsabilidades de trazer paz ao mundo.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679077" y="1789124"/>
            <a:ext cx="11701399" cy="7646459"/>
            <a:chOff x="0" y="0"/>
            <a:chExt cx="12827000" cy="838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17830" y="478790"/>
              <a:ext cx="11991340" cy="6736080"/>
            </a:xfrm>
            <a:custGeom>
              <a:avLst/>
              <a:gdLst/>
              <a:ahLst/>
              <a:cxnLst/>
              <a:rect r="r" b="b" t="t" l="l"/>
              <a:pathLst>
                <a:path h="6736080" w="11991340">
                  <a:moveTo>
                    <a:pt x="0" y="0"/>
                  </a:moveTo>
                  <a:lnTo>
                    <a:pt x="11991340" y="0"/>
                  </a:lnTo>
                  <a:lnTo>
                    <a:pt x="11991340" y="6736080"/>
                  </a:lnTo>
                  <a:lnTo>
                    <a:pt x="0" y="6736080"/>
                  </a:lnTo>
                  <a:close/>
                </a:path>
              </a:pathLst>
            </a:custGeom>
            <a:blipFill>
              <a:blip r:embed="rId9"/>
              <a:stretch>
                <a:fillRect l="-15319" t="0" r="-1531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27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12827000">
                  <a:moveTo>
                    <a:pt x="0" y="0"/>
                  </a:moveTo>
                  <a:lnTo>
                    <a:pt x="12827000" y="0"/>
                  </a:lnTo>
                  <a:lnTo>
                    <a:pt x="12827000" y="8382000"/>
                  </a:lnTo>
                  <a:lnTo>
                    <a:pt x="0" y="8382000"/>
                  </a:lnTo>
                  <a:close/>
                </a:path>
              </a:pathLst>
            </a:custGeom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9818117" y="5612353"/>
            <a:ext cx="1539355" cy="1691599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Site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Sobre mim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18011" y="2746375"/>
            <a:ext cx="6125989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Meus irmão me apresentaram o anime com brilho nos olhos, pois assistiram quando lançou.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85553" y="2832100"/>
            <a:ext cx="1470367" cy="1055914"/>
            <a:chOff x="0" y="0"/>
            <a:chExt cx="387257" cy="2781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8399C7">
                <a:alpha val="80000"/>
              </a:srgbClr>
            </a:solidFill>
            <a:ln w="38100" cap="rnd">
              <a:solidFill>
                <a:srgbClr val="022B44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95078" y="297270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76458" y="5057775"/>
            <a:ext cx="6125989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Eu ainda criança me encantei, assistia todos os dias, fazendo do anime parte da minha infância.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0" y="5143500"/>
            <a:ext cx="1470367" cy="1055914"/>
            <a:chOff x="0" y="0"/>
            <a:chExt cx="387257" cy="2781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8399C7">
                <a:alpha val="80000"/>
              </a:srgbClr>
            </a:solidFill>
            <a:ln w="38100" cap="rnd">
              <a:solidFill>
                <a:srgbClr val="022B44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53525" y="528410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478631" y="3086100"/>
            <a:ext cx="4022217" cy="4114800"/>
          </a:xfrm>
          <a:custGeom>
            <a:avLst/>
            <a:gdLst/>
            <a:ahLst/>
            <a:cxnLst/>
            <a:rect r="r" b="b" t="t" l="l"/>
            <a:pathLst>
              <a:path h="4114800" w="4022217">
                <a:moveTo>
                  <a:pt x="0" y="0"/>
                </a:moveTo>
                <a:lnTo>
                  <a:pt x="4022217" y="0"/>
                </a:lnTo>
                <a:lnTo>
                  <a:pt x="402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Desafio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1351" y="2316163"/>
            <a:ext cx="9142987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Ao chegar no meio da minha adolecência me 2019, veio também mais responsabilidades e com isso a ansiedade,  já não tinha tempo para  “desenho”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1351" y="5483020"/>
            <a:ext cx="9142987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Em 2020 com a pandêmia e a ociosidade a ansiedade dobrou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92644" y="7177435"/>
            <a:ext cx="2345088" cy="1662881"/>
          </a:xfrm>
          <a:custGeom>
            <a:avLst/>
            <a:gdLst/>
            <a:ahLst/>
            <a:cxnLst/>
            <a:rect r="r" b="b" t="t" l="l"/>
            <a:pathLst>
              <a:path h="1662881" w="2345088">
                <a:moveTo>
                  <a:pt x="0" y="0"/>
                </a:moveTo>
                <a:lnTo>
                  <a:pt x="2345088" y="0"/>
                </a:lnTo>
                <a:lnTo>
                  <a:pt x="2345088" y="1662881"/>
                </a:lnTo>
                <a:lnTo>
                  <a:pt x="0" y="16628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Superação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600" y="3086883"/>
            <a:ext cx="12843363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Então lembrei do antigo desenho que eu assistia todos os dias, e isso me ajudou a diminuir a ociosidade e tirar o foco da ansiedade que vinha em minha mente.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21215" y="6331508"/>
            <a:ext cx="1218465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</a:pPr>
            <a:r>
              <a:rPr lang="en-US" b="true" sz="3500">
                <a:solidFill>
                  <a:srgbClr val="022B44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Dragon Ball pra mim é além de um simples desenho, faz parte da minha história, dos laços que tenho com minha familia.</a:t>
            </a:r>
          </a:p>
        </p:txBody>
      </p:sp>
      <p:sp>
        <p:nvSpPr>
          <p:cNvPr name="Freeform 22" id="22"/>
          <p:cNvSpPr/>
          <p:nvPr/>
        </p:nvSpPr>
        <p:spPr>
          <a:xfrm flipH="true" flipV="true" rot="0">
            <a:off x="14463019" y="3480619"/>
            <a:ext cx="2345088" cy="1662881"/>
          </a:xfrm>
          <a:custGeom>
            <a:avLst/>
            <a:gdLst/>
            <a:ahLst/>
            <a:cxnLst/>
            <a:rect r="r" b="b" t="t" l="l"/>
            <a:pathLst>
              <a:path h="1662881" w="2345088">
                <a:moveTo>
                  <a:pt x="2345089" y="1662881"/>
                </a:moveTo>
                <a:lnTo>
                  <a:pt x="0" y="1662881"/>
                </a:lnTo>
                <a:lnTo>
                  <a:pt x="0" y="0"/>
                </a:lnTo>
                <a:lnTo>
                  <a:pt x="2345089" y="0"/>
                </a:lnTo>
                <a:lnTo>
                  <a:pt x="2345089" y="166288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42453" y="1919327"/>
            <a:ext cx="17595855" cy="6928368"/>
          </a:xfrm>
          <a:custGeom>
            <a:avLst/>
            <a:gdLst/>
            <a:ahLst/>
            <a:cxnLst/>
            <a:rect r="r" b="b" t="t" l="l"/>
            <a:pathLst>
              <a:path h="6928368" w="17595855">
                <a:moveTo>
                  <a:pt x="0" y="0"/>
                </a:moveTo>
                <a:lnTo>
                  <a:pt x="17595855" y="0"/>
                </a:lnTo>
                <a:lnTo>
                  <a:pt x="17595855" y="6928368"/>
                </a:lnTo>
                <a:lnTo>
                  <a:pt x="0" y="6928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Trello + Backlog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2867" y="1789124"/>
            <a:ext cx="17282267" cy="8165871"/>
          </a:xfrm>
          <a:custGeom>
            <a:avLst/>
            <a:gdLst/>
            <a:ahLst/>
            <a:cxnLst/>
            <a:rect r="r" b="b" t="t" l="l"/>
            <a:pathLst>
              <a:path h="8165871" w="17282267">
                <a:moveTo>
                  <a:pt x="0" y="0"/>
                </a:moveTo>
                <a:lnTo>
                  <a:pt x="17282266" y="0"/>
                </a:lnTo>
                <a:lnTo>
                  <a:pt x="17282266" y="8165871"/>
                </a:lnTo>
                <a:lnTo>
                  <a:pt x="0" y="8165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Github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3186" y="1553642"/>
            <a:ext cx="16153181" cy="8426795"/>
          </a:xfrm>
          <a:custGeom>
            <a:avLst/>
            <a:gdLst/>
            <a:ahLst/>
            <a:cxnLst/>
            <a:rect r="r" b="b" t="t" l="l"/>
            <a:pathLst>
              <a:path h="8426795" w="16153181">
                <a:moveTo>
                  <a:pt x="0" y="0"/>
                </a:moveTo>
                <a:lnTo>
                  <a:pt x="16153181" y="0"/>
                </a:lnTo>
                <a:lnTo>
                  <a:pt x="16153181" y="8426794"/>
                </a:lnTo>
                <a:lnTo>
                  <a:pt x="0" y="8426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DER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1553642"/>
            <a:ext cx="16230600" cy="7832251"/>
            <a:chOff x="0" y="0"/>
            <a:chExt cx="4274726" cy="2062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2062815"/>
            </a:xfrm>
            <a:custGeom>
              <a:avLst/>
              <a:gdLst/>
              <a:ahLst/>
              <a:cxnLst/>
              <a:rect r="r" b="b" t="t" l="l"/>
              <a:pathLst>
                <a:path h="2062815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038488"/>
                  </a:lnTo>
                  <a:cubicBezTo>
                    <a:pt x="4274726" y="2051924"/>
                    <a:pt x="4263834" y="2062815"/>
                    <a:pt x="4250399" y="2062815"/>
                  </a:cubicBezTo>
                  <a:lnTo>
                    <a:pt x="24327" y="2062815"/>
                  </a:lnTo>
                  <a:cubicBezTo>
                    <a:pt x="10891" y="2062815"/>
                    <a:pt x="0" y="2051924"/>
                    <a:pt x="0" y="203848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rnd">
              <a:solidFill>
                <a:srgbClr val="BABBCE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274726" cy="2110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98583" y="9159560"/>
            <a:ext cx="1470367" cy="1055914"/>
            <a:chOff x="0" y="0"/>
            <a:chExt cx="387257" cy="278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257" cy="278101"/>
            </a:xfrm>
            <a:custGeom>
              <a:avLst/>
              <a:gdLst/>
              <a:ahLst/>
              <a:cxnLst/>
              <a:rect r="r" b="b" t="t" l="l"/>
              <a:pathLst>
                <a:path h="278101" w="387257">
                  <a:moveTo>
                    <a:pt x="139050" y="0"/>
                  </a:moveTo>
                  <a:lnTo>
                    <a:pt x="248207" y="0"/>
                  </a:lnTo>
                  <a:cubicBezTo>
                    <a:pt x="285085" y="0"/>
                    <a:pt x="320453" y="14650"/>
                    <a:pt x="346530" y="40727"/>
                  </a:cubicBezTo>
                  <a:cubicBezTo>
                    <a:pt x="372607" y="66804"/>
                    <a:pt x="387257" y="102172"/>
                    <a:pt x="387257" y="139050"/>
                  </a:cubicBezTo>
                  <a:lnTo>
                    <a:pt x="387257" y="139050"/>
                  </a:lnTo>
                  <a:cubicBezTo>
                    <a:pt x="387257" y="175929"/>
                    <a:pt x="372607" y="211297"/>
                    <a:pt x="346530" y="237374"/>
                  </a:cubicBezTo>
                  <a:cubicBezTo>
                    <a:pt x="320453" y="263451"/>
                    <a:pt x="285085" y="278101"/>
                    <a:pt x="248207" y="278101"/>
                  </a:cubicBezTo>
                  <a:lnTo>
                    <a:pt x="139050" y="278101"/>
                  </a:lnTo>
                  <a:cubicBezTo>
                    <a:pt x="102172" y="278101"/>
                    <a:pt x="66804" y="263451"/>
                    <a:pt x="40727" y="237374"/>
                  </a:cubicBezTo>
                  <a:cubicBezTo>
                    <a:pt x="14650" y="211297"/>
                    <a:pt x="0" y="175929"/>
                    <a:pt x="0" y="139050"/>
                  </a:cubicBezTo>
                  <a:lnTo>
                    <a:pt x="0" y="139050"/>
                  </a:lnTo>
                  <a:cubicBezTo>
                    <a:pt x="0" y="102172"/>
                    <a:pt x="14650" y="66804"/>
                    <a:pt x="40727" y="40727"/>
                  </a:cubicBezTo>
                  <a:cubicBezTo>
                    <a:pt x="66804" y="14650"/>
                    <a:pt x="102172" y="0"/>
                    <a:pt x="13905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solidFill>
                <a:srgbClr val="BABBCE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87257" cy="32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288500" y="2209828"/>
            <a:ext cx="7711000" cy="7048472"/>
          </a:xfrm>
          <a:custGeom>
            <a:avLst/>
            <a:gdLst/>
            <a:ahLst/>
            <a:cxnLst/>
            <a:rect r="r" b="b" t="t" l="l"/>
            <a:pathLst>
              <a:path h="7048472" w="7711000">
                <a:moveTo>
                  <a:pt x="0" y="0"/>
                </a:moveTo>
                <a:lnTo>
                  <a:pt x="7711000" y="0"/>
                </a:lnTo>
                <a:lnTo>
                  <a:pt x="7711000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2933" r="0" b="-2293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18011" y="-34925"/>
            <a:ext cx="12251978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Agradecimentos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08108" y="9300167"/>
            <a:ext cx="14513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222" y="-7675"/>
            <a:ext cx="5978434" cy="6566701"/>
          </a:xfrm>
          <a:custGeom>
            <a:avLst/>
            <a:gdLst/>
            <a:ahLst/>
            <a:cxnLst/>
            <a:rect r="r" b="b" t="t" l="l"/>
            <a:pathLst>
              <a:path h="6566701" w="5978434">
                <a:moveTo>
                  <a:pt x="0" y="0"/>
                </a:moveTo>
                <a:lnTo>
                  <a:pt x="5978434" y="0"/>
                </a:lnTo>
                <a:lnTo>
                  <a:pt x="5978434" y="6566701"/>
                </a:lnTo>
                <a:lnTo>
                  <a:pt x="0" y="656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180240" y="-1565252"/>
            <a:ext cx="6107760" cy="6708752"/>
          </a:xfrm>
          <a:custGeom>
            <a:avLst/>
            <a:gdLst/>
            <a:ahLst/>
            <a:cxnLst/>
            <a:rect r="r" b="b" t="t" l="l"/>
            <a:pathLst>
              <a:path h="6708752" w="6107760">
                <a:moveTo>
                  <a:pt x="6107760" y="0"/>
                </a:moveTo>
                <a:lnTo>
                  <a:pt x="0" y="0"/>
                </a:lnTo>
                <a:lnTo>
                  <a:pt x="0" y="6708752"/>
                </a:lnTo>
                <a:lnTo>
                  <a:pt x="6107760" y="6708752"/>
                </a:lnTo>
                <a:lnTo>
                  <a:pt x="610776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818117" y="6718094"/>
            <a:ext cx="8469883" cy="2540206"/>
          </a:xfrm>
          <a:custGeom>
            <a:avLst/>
            <a:gdLst/>
            <a:ahLst/>
            <a:cxnLst/>
            <a:rect r="r" b="b" t="t" l="l"/>
            <a:pathLst>
              <a:path h="2540206" w="8469883">
                <a:moveTo>
                  <a:pt x="8469883" y="0"/>
                </a:moveTo>
                <a:lnTo>
                  <a:pt x="0" y="0"/>
                </a:lnTo>
                <a:lnTo>
                  <a:pt x="0" y="2540206"/>
                </a:lnTo>
                <a:lnTo>
                  <a:pt x="8469883" y="2540206"/>
                </a:lnTo>
                <a:lnTo>
                  <a:pt x="8469883" y="0"/>
                </a:lnTo>
                <a:close/>
              </a:path>
            </a:pathLst>
          </a:custGeom>
          <a:blipFill>
            <a:blip r:embed="rId4"/>
            <a:stretch>
              <a:fillRect l="0" t="-3912" r="0" b="-1931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9267" y="6309054"/>
            <a:ext cx="16230600" cy="4091464"/>
          </a:xfrm>
          <a:custGeom>
            <a:avLst/>
            <a:gdLst/>
            <a:ahLst/>
            <a:cxnLst/>
            <a:rect r="r" b="b" t="t" l="l"/>
            <a:pathLst>
              <a:path h="4091464" w="16230600">
                <a:moveTo>
                  <a:pt x="0" y="0"/>
                </a:moveTo>
                <a:lnTo>
                  <a:pt x="16230600" y="0"/>
                </a:lnTo>
                <a:lnTo>
                  <a:pt x="16230600" y="4091464"/>
                </a:lnTo>
                <a:lnTo>
                  <a:pt x="0" y="409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72036" y="6908102"/>
            <a:ext cx="16230600" cy="3864429"/>
          </a:xfrm>
          <a:custGeom>
            <a:avLst/>
            <a:gdLst/>
            <a:ahLst/>
            <a:cxnLst/>
            <a:rect r="r" b="b" t="t" l="l"/>
            <a:pathLst>
              <a:path h="3864429" w="16230600">
                <a:moveTo>
                  <a:pt x="0" y="0"/>
                </a:moveTo>
                <a:lnTo>
                  <a:pt x="16230600" y="0"/>
                </a:lnTo>
                <a:lnTo>
                  <a:pt x="16230600" y="3864429"/>
                </a:lnTo>
                <a:lnTo>
                  <a:pt x="0" y="386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89267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89739" y="8840316"/>
            <a:ext cx="16230600" cy="1751552"/>
          </a:xfrm>
          <a:custGeom>
            <a:avLst/>
            <a:gdLst/>
            <a:ahLst/>
            <a:cxnLst/>
            <a:rect r="r" b="b" t="t" l="l"/>
            <a:pathLst>
              <a:path h="1751552" w="16230600">
                <a:moveTo>
                  <a:pt x="0" y="0"/>
                </a:moveTo>
                <a:lnTo>
                  <a:pt x="16230600" y="0"/>
                </a:lnTo>
                <a:lnTo>
                  <a:pt x="16230600" y="1751552"/>
                </a:lnTo>
                <a:lnTo>
                  <a:pt x="0" y="17515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76177" y="0"/>
            <a:ext cx="10907198" cy="3107283"/>
          </a:xfrm>
          <a:custGeom>
            <a:avLst/>
            <a:gdLst/>
            <a:ahLst/>
            <a:cxnLst/>
            <a:rect r="r" b="b" t="t" l="l"/>
            <a:pathLst>
              <a:path h="3107283" w="10907198">
                <a:moveTo>
                  <a:pt x="0" y="0"/>
                </a:moveTo>
                <a:lnTo>
                  <a:pt x="10907199" y="0"/>
                </a:lnTo>
                <a:lnTo>
                  <a:pt x="10907199" y="3107283"/>
                </a:lnTo>
                <a:lnTo>
                  <a:pt x="0" y="3107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39215" y="4399846"/>
            <a:ext cx="636962" cy="743654"/>
          </a:xfrm>
          <a:custGeom>
            <a:avLst/>
            <a:gdLst/>
            <a:ahLst/>
            <a:cxnLst/>
            <a:rect r="r" b="b" t="t" l="l"/>
            <a:pathLst>
              <a:path h="743654" w="636962">
                <a:moveTo>
                  <a:pt x="0" y="0"/>
                </a:moveTo>
                <a:lnTo>
                  <a:pt x="636962" y="0"/>
                </a:lnTo>
                <a:lnTo>
                  <a:pt x="636962" y="743654"/>
                </a:lnTo>
                <a:lnTo>
                  <a:pt x="0" y="743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01908" y="5815373"/>
            <a:ext cx="636962" cy="743654"/>
          </a:xfrm>
          <a:custGeom>
            <a:avLst/>
            <a:gdLst/>
            <a:ahLst/>
            <a:cxnLst/>
            <a:rect r="r" b="b" t="t" l="l"/>
            <a:pathLst>
              <a:path h="743654" w="636962">
                <a:moveTo>
                  <a:pt x="0" y="0"/>
                </a:moveTo>
                <a:lnTo>
                  <a:pt x="636962" y="0"/>
                </a:lnTo>
                <a:lnTo>
                  <a:pt x="636962" y="743653"/>
                </a:lnTo>
                <a:lnTo>
                  <a:pt x="0" y="743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8011" y="3891669"/>
            <a:ext cx="12251978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12999">
                <a:solidFill>
                  <a:srgbClr val="FFFFFF"/>
                </a:solidFill>
                <a:latin typeface="Rubik Spray Paint"/>
                <a:ea typeface="Rubik Spray Paint"/>
                <a:cs typeface="Rubik Spray Paint"/>
                <a:sym typeface="Rubik Spray Paint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DAG6IsyXfPE</dc:identifier>
  <dcterms:modified xsi:type="dcterms:W3CDTF">2011-08-01T06:04:30Z</dcterms:modified>
  <cp:revision>1</cp:revision>
  <dc:title>Dragon Ball</dc:title>
</cp:coreProperties>
</file>